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CONVEX: Conversation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NLP Engine for Meeting Extraction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model that analyzes casual meeting conversations.</a:t>
            </a:r>
          </a:p>
          <a:p>
            <a:r>
              <a:t>Automatically extract concise sticky notes.</a:t>
            </a:r>
          </a:p>
          <a:p>
            <a:r>
              <a:t>Filter out casual talk and protect privacy.</a:t>
            </a:r>
          </a:p>
          <a:p>
            <a:r>
              <a:t>Dynamically optimize based on the speaker’s domain.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 (No Training Data Required)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Zero-Shot Learning (BART-Large-MNLI) infers semantics without labeled data.</a:t>
            </a:r>
          </a:p>
          <a:p>
            <a:r>
              <a:t>Eliminates the computational overhead of retraining.</a:t>
            </a:r>
          </a:p>
          <a:p>
            <a:r>
              <a:t>Rule-based engine accurately detects Cue Phrases ('listen, this is important').</a:t>
            </a:r>
          </a:p>
          <a:p>
            <a:r>
              <a:t>Highly scalable and adaptable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Study: Native vs Non-Native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across 20 audio samples (Whisper Tiny vs Whisper Base).</a:t>
            </a:r>
          </a:p>
          <a:p>
            <a:r>
              <a:t>Native Speakers: Tiny model is fast (2s) and accurate (~94%).</a:t>
            </a:r>
          </a:p>
          <a:p>
            <a:r>
              <a:t>Non-Native Accents: Tiny drops to ~60%. Base model required (~89%).</a:t>
            </a:r>
          </a:p>
          <a:p>
            <a:r>
              <a:t>Result: 'Speaker Profile' UI dynamically switches models to save cost/time.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based on 100 conversational segments.</a:t>
            </a:r>
          </a:p>
          <a:p>
            <a:r>
              <a:t>Precision: 90.4% (Extracted notes are genuinely important)</a:t>
            </a:r>
          </a:p>
          <a:p>
            <a:r>
              <a:t>Recall: 86.3% (Successfully captures the vast majority of points)</a:t>
            </a:r>
          </a:p>
          <a:p>
            <a:r>
              <a:t>F1-Score: 88.3% (Excellent balance of data capture vs noise reduction)</a:t>
            </a:r>
          </a:p>
          <a:p>
            <a:r>
              <a:t>ROUGE-1 Precision: 100% (Exact sentence extraction, no hallucination)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Privacy Review Checklists allow speakers to revoke consent for recordings.</a:t>
            </a:r>
          </a:p>
          <a:p>
            <a:r>
              <a:t>Filtered stream actively tags off-topic banter and jokes.</a:t>
            </a:r>
          </a:p>
          <a:p>
            <a:r>
              <a:t>Semantic relevance map visualizes the NLP decision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